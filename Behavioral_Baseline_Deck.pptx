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0"/>
            <a:ext cx="5943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BCEB"/>
                </a:solidFill>
                <a:latin typeface="Calibri"/>
              </a:rPr>
              <a:t>Behavioral Anomaly Detection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51460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AI-Powered Behavioral Anomaly Detection for Splunk Observability APM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C4D8"/>
                </a:solidFill>
                <a:latin typeface="Calibri"/>
              </a:rPr>
              <a:t>Marc Bui  |  Splunk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The Gap in Standard Alerting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APM AutoDetect covers error rate, latency, and request rate. But some failures leave no metric fingerprint.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Service Disappears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appeared in traces
suddenly vanishes — no error rate increase,
no latency spike. Pure structural silence.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8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New Error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brand new exception type fires for the
first time. Threshold-based alerting requires
a baseline rate — there is none.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62856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Call Path Changed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request now flows through a new service
it never touched before. Could be a mis-deploy
or a new dependency silently added.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38544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8544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DB Caller Goes Silent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called the database
stops doing so. No error, no latency —
just behavioral silence.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Detection Tier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Every anomaly event is tagged with the tier that fired it. When two or more tiers fire on the same service, correlate.py emits a single high-confidence correlated event.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1920240" cy="54864"/>
          </a:xfrm>
          <a:prstGeom prst="rect">
            <a:avLst/>
          </a:prstGeom>
          <a:solidFill>
            <a:srgbClr val="557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57799"/>
                </a:solidFill>
                <a:latin typeface="Calibri"/>
              </a:rPr>
              <a:t>Tier 1b / 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APM AutoDetect
(built-in, always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  <a:latin typeface="Calibri"/>
              </a:rPr>
              <a:t>Error rate spike
p99 latency drift
Request rate anomaly
Fires on metrics.
No config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96312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Trace Path Drift
(trace_fingerprint.py)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MISSING_SERVICE
  → expected service absent from traces
NEW_FINGERPRINT
  → unknown call path appeared
Span count spike
  → unexpected extra hops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81144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Error Signature Drift
(error_fingerprint.py)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NEW_ERROR_SIGNATURE
  → first-ever occurrence of
     a new exception type
SIGNATURE_VANISHED
  → known error pattern gone
     (service may be silent)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5976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5976" y="1371600"/>
            <a:ext cx="192024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75704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500"/>
                </a:solidFill>
                <a:latin typeface="Calibri"/>
              </a:rPr>
              <a:t>Correlation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5704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Cross-Tier Join
(correlate.py)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5704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TIER2_TIER3
  → trace + error both fired
     on same service
     = high-confidence incident
Downgrades if a recent
deployment event matches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46227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448056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CC44"/>
                </a:solidFill>
                <a:latin typeface="Calibri"/>
              </a:rPr>
              <a:t>Demo 4:  vets-service + DB down  →  Tier 2 fires MISSING_SERVICE  +  Tier 3 fires NEW_ERROR_SIGNATURE  →  correlate.py emits  [Major] TIER2_TIER3  on customers-service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the Behavioral Anomaly Detection Framework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Augments Splunk APM AutoDetect with a structural/behavioral detection layer. No YAML. No alert rules. No thresholds to configure.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3977639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977639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learns (once, from live traffic)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1938528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service-to-service call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error signature per service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Normal span count ranges per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Which services always appear in which traces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417320"/>
            <a:ext cx="4297680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417320"/>
            <a:ext cx="429768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50876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detects (every 5 minutes, autonomously)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938528"/>
            <a:ext cx="4069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 (MISSING_SERVICE)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Unknown call path appeared (NEW_FINGERPRINT)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Brand new error type, first occurrence fires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2+ tiers on same service → correlated alert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Anomaly correlated to a recent deploy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Baseline self-heals after an incident resolves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1. Learn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Samples live traces
Builds structural
fingerprints and
error signature
baselines from
real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96312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96312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2. Watch
(every 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Compares new traces
against baseline
Emits custom events
to Splunk on any
deviation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1144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3. Correlate
(every 5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Joins Tier 2 + Tier 3
events by service
Annotates with
deployment context
Downgrades severity
if deploy-correlated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5976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5976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7416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4. Agent
(on demand)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Claude (AWS Bedrock)
reads all signals
Reasons holistically
Outputs: severity,
root cause,
recommended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3159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BBCC"/>
                </a:solidFill>
                <a:latin typeface="Calibri"/>
              </a:rPr>
              <a:t>Splunk APM AutoDetect covers Tier 1b/3/4 (error rate, latency, request rate) natively for all APM environments — no provisioning needed.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Built on Top of APM AutoDetect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393192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3931920" cy="54864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1033271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DDEE"/>
                </a:solidFill>
                <a:latin typeface="Calibri"/>
              </a:rPr>
              <a:t>Splunk APM AutoDetect  (always on, 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03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Error rate spike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p99 latency drift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Request rate anomaly on ingress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Fires automatically for every APM environment.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No provisioning, no configuration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960120"/>
            <a:ext cx="434340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960120"/>
            <a:ext cx="434340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03327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Behavioral Anomaly Detection adds on 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508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Structural trace path drift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New error signature, first occurrence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Cross-tier correlation (Tier 2 + 3)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Deployment-aware severity downgrade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Auto-promotion of new patterns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Self-healing baseline after incidents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Claude-generated triage + 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Key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Zero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No alert rules, no thresholds, no YAML.
The framework learns normal from live traffic
and is ready in one command.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First-Occurrence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Fires the moment a new error signature or
new trace path appears — before any baseline
rate exists to threshold against.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Claude-Powered 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AWS Bedrock (Claude) synthesizes all signals
into a plain-English verdict: severity, root cause,
affected services, recommended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Deployment-Aware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Integrates with CI/CD via a one-line hook.
Anomalies within 60 min of a deploy are
auto-annotated and severity-downgraded.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7832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7832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Auto-Onboarding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Runs every 30 min via cron. New environments
are discovered, baselined, and fully operational
with no human intervention.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4184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44184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3912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Self-Healing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New patterns after deploys auto-promote after
2 clean runs. Baselines re-learn autonomously
after an incident resolves.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We'll Demo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01498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1498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Steady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01498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Framework in normal operation — baselines learned, cron running, zero anomalies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50418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5041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DB Outage → New Error Signatures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50418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Database goes down. New CannotCreateTransactionException fires on first occurrence. Claude: INCIDENT, PAGE_ONCALL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47672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99339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99339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Bad Deploy → First-Occurrence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99339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visits-service crashes on startup. First request to the dead service triggers detection. No threshold exceeded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8259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825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Missing Service → AI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482596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vets-service killed. Framework detects structural absence from traces. Claude produces root cause + action in 3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26080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9718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9718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Dual-Tier Correlation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97180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Both vets-service and DB down simultaneously. 9 individual signals collapsed into 1 TIER2_TIER3 correlated alert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46100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610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Deploy-Correlated Severity Downgrade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46100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Bad deploy announced via CI/CD hook. correlate.py finds the deployment event and downgrades Major → Minor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04488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395020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9502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95020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call path auto-promoted after 2 clean watch runs. Baseline healer scores windows and re-learns autonomously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4394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43941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Auto-Onboarding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43941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environment discovered. Baselines built, dashboard created, cron scheduled, runbook generated — in 60 seconds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4515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" y="46634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CC44"/>
                </a:solidFill>
                <a:latin typeface="Calibri"/>
              </a:rPr>
              <a:t>⚠  Demo note: detections write to alerts.log + Splunk custom events.  Production target: full Splunk UI surfacing + PagerDuty / Slack notifications.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0BCEB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1208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Pilot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Identify one production APM environment
to run the framework against.
Onboarding takes &lt; 5 minutes.
Baseline learns from live traffic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7832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UI + Notifications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Today: detections log to alerts.log + Splunk
custom events (visible on dashboard).
Production target:
  •  All alerts surfaced in Splunk UI
  •  PagerDuty / Slack / webhook on INCIDENT
  •  Triage summary attached to the alert
  •  One-click runbook from the alert detail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44184" y="960120"/>
            <a:ext cx="2651760" cy="32918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3912" y="1069848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1051560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105156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Expand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1508760"/>
            <a:ext cx="245059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Once baseline is stable (1–2 days):
  •  Run onboard --auto on all environments
  •  Add CI/CD deployment hook
  •  Enable dedup agent to suppress floods
  •  Add SLO impact estimator to runbook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37083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4D8"/>
                </a:solidFill>
                <a:latin typeface="Calibri"/>
              </a:rPr>
              <a:t>Questions?  —  Marc Bui  |  Splunk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