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0BCEB"/>
                </a:solidFill>
                <a:latin typeface="Calibri"/>
              </a:rPr>
              <a:t>Behavioral Anomaly Detection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AI-Powered Behavioral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C4D8"/>
                </a:solidFill>
                <a:latin typeface="Calibri"/>
              </a:rPr>
              <a:t>Marc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  → Major
  trace + error on same service
TIER1_TIER2 / TIER1_TIER3
  → Major
MULTI_TIER  → Critical
  all 3 tiers on same service
  = highest confidence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1 (AutoDetect error rate)  +  Tier 2 (MISSING_SERVICE)  +  Tier 3 (NEW_ERROR_SIGNATURE)  →  correlate.py emits  [Critical] MULTI_TIER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the Behavioral Anomaly Detection Framework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 (up to [Critical] MULTI_TIER)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1 + 2 + 3
events by service
MULTI_TIER = Critical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Anomaly Detection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1 + 2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All-Tier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AutoDetect + trace drift + error signatures → [Critical] MULTI_TIER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PagerDuty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BCEB"/>
                </a:solidFill>
                <a:latin typeface="Calibri"/>
              </a:rPr>
              <a:t>Product Proposal: Make This Native to Splunk Observability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The proof of concept is working in production today. The ask: productize this as a native platform capability.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1208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Native Platform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Behavioral baseline learning built into
APM onboarding — a toggle, not a script.
  •  Detections surface alongside AutoDetect
       alerts in the Splunk UI
  •  Same notification routing (PagerDuty,
       Slack, webhook)
  •  Same muting, SLO wiring, and RBAC
  •  No external scripts or cron jobs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7832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AI Triage as a Product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Claude-generated verdict becomes the
'Explain this alert' experience.
  •  Every INCIDENT gets a triage summary
       attached automatically
  •  Root cause + affected services +
       recommended action in plain English
  •  Generated runbook linked from the
       alert detail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44184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44184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3912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Platform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AutoDetect covers the metric layer.
Every vendor covers the metric layer.
  •  Structural + behavioral detection catches
       failures that leave no metric fingerprint
  •  First-occurrence detection — no threshold
       to tune, fires on first event
  •  Self-healing baseline — zero ops overhead
  •  Defensible, differentiated capability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55371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Marc Bui  |  Splunk 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