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280160"/>
            <a:ext cx="8412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0BCEB"/>
                </a:solidFill>
                <a:latin typeface="Calibri"/>
              </a:rPr>
              <a:t>Behavioral Anomaly Detection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5146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AI-Powered Behavioral Anomaly Detection for Splunk Observability APM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0040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AC4D8"/>
                </a:solidFill>
                <a:latin typeface="Calibri"/>
              </a:rPr>
              <a:t>Marc Bui  |  Splunk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The Gap in Standard Alerting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EE"/>
                </a:solidFill>
                <a:latin typeface="Calibri"/>
              </a:rPr>
              <a:t>APM AutoDetect covers error rate, latency, and request rate. But some failures leave no metric fingerprint.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Service Disappears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service that always appeared in traces
suddenly vanishes — no error rate increase,
no latency spike. Pure structural silence.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87168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87168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6896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New Error Signature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6896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brand new exception type fires for the
first time. Threshold-based alerting requires
a baseline rate — there is none.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62856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2584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Call Path Changed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request now flows through a new service
it never touched before. Could be a mis-deploy
or a new dependency silently added.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38544" y="1417320"/>
            <a:ext cx="1965960" cy="2560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38544" y="1417320"/>
            <a:ext cx="19659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48272" y="1536192"/>
            <a:ext cx="1783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DB Caller Goes Silent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1993392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 service that always called the database
stops doing so. No error, no latency —
just behavioral silence.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Detection Tier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DEE"/>
                </a:solidFill>
                <a:latin typeface="Calibri"/>
              </a:rPr>
              <a:t>Every anomaly event is tagged with the tier that fired it. When two or more tiers fire on the same service, correlate.py emits a single high-confidence correlated event.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1920240" cy="54864"/>
          </a:xfrm>
          <a:prstGeom prst="rect">
            <a:avLst/>
          </a:prstGeom>
          <a:solidFill>
            <a:srgbClr val="557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57799"/>
                </a:solidFill>
                <a:latin typeface="Calibri"/>
              </a:rPr>
              <a:t>Tier 1b / 3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APM AutoDetect
(built-in, always 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  <a:latin typeface="Calibri"/>
              </a:rPr>
              <a:t>Error rate spike
p99 latency drift
Request rate anomaly
Fires on metrics.
No config required.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008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96312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96312" y="137160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Tier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Trace Path Drift
(trace_fingerprint.py)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MISSING_SERVICE
  → expected service absent from traces
NEW_FINGERPRINT
  → unknown call path appeared
Span count spike
  → unexpected extra hops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1144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81144" y="137160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872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Tier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0872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Error Signature Drift
(error_fingerprint.py)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0872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NEW_ERROR_SIGNATURE
  → first-ever occurrence of
     a new exception type
SIGNATURE_VANISHED
  → known error pattern gone
     (service may be silent)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65176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65976" y="1371600"/>
            <a:ext cx="1920240" cy="2971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5976" y="1371600"/>
            <a:ext cx="1920240" cy="5486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75704" y="14630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500"/>
                </a:solidFill>
                <a:latin typeface="Calibri"/>
              </a:rPr>
              <a:t>Correlation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75704" y="182880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4D8"/>
                </a:solidFill>
                <a:latin typeface="Calibri"/>
              </a:rPr>
              <a:t>Cross-Tier Join
(correlate.py)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75704" y="2212848"/>
            <a:ext cx="1737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TIER2_TIER3  → Major
  trace + error on same service
TIER1_TIER2 / TIER1_TIER3
  → Major
MULTI_TIER  → Critical
  all 3 tiers on same service
  = highest confidence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462272"/>
            <a:ext cx="84124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7" y="448056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CC44"/>
                </a:solidFill>
                <a:latin typeface="Calibri"/>
              </a:rPr>
              <a:t>Demo 4:  vets-service + DB down  →  Tier 1 (AutoDetect error rate)  +  Tier 2 (MISSING_SERVICE)  +  Tier 3 (NEW_ERROR_SIGNATURE)  →  correlate.py emits  [Critical] MULTI_TIER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What the Behavioral Anomaly Detection Framework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DEE"/>
                </a:solidFill>
                <a:latin typeface="Calibri"/>
              </a:rPr>
              <a:t>Augments Splunk APM AutoDetect with a structural/behavioral detection layer. No YAML. No alert rules. No thresholds to configure.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417320"/>
            <a:ext cx="3977639" cy="32461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3977639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7" y="150876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What it learns (once, from live traffic)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1938528"/>
            <a:ext cx="374903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Every known service-to-service call path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Every known error signature per service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Normal span count ranges per path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Which services always appear in which traces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1417320"/>
            <a:ext cx="4297680" cy="32461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417320"/>
            <a:ext cx="429768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1508760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What it detects (every 5 minutes, autonomously)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1938528"/>
            <a:ext cx="4069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Service missing from traces (MISSING_SERVICE)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Unknown call path appeared (NEW_FINGERPRINT)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Brand new error type, first occurrence fires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2+ tiers on same service → correlated alert (up to [Critical] MULTI_TIER)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Anomaly correlated to a recent deploy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Baseline self-heals after an incident resolves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1. Learn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Samples live traces
Builds structural
fingerprints and
error signature
baselines from
real traffic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0008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96312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96312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87752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2. Watch
(every 5 min)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7752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Compares new traces
against baseline
Emits custom events
to Splunk on any
deviation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1144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81144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3. Correlate
(every 5 min)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Joins Tier 1 + 2 + 3
events by service
MULTI_TIER = Critical
Annotates with
deployment context
Downgrades severity
if deploy-correlated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77440"/>
            <a:ext cx="1463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CEB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65976" y="1005840"/>
            <a:ext cx="1920240" cy="32004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5976" y="1005840"/>
            <a:ext cx="192024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57416" y="1078992"/>
            <a:ext cx="1783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4. Agent
(on demand)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57416" y="1645920"/>
            <a:ext cx="1783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Claude (AWS Bedrock)
reads all signals
Reasons holistically
Outputs: severity,
root cause,
recommended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315968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BBCC"/>
                </a:solidFill>
                <a:latin typeface="Calibri"/>
              </a:rPr>
              <a:t>Splunk APM AutoDetect covers Tier 1b/3/4 (error rate, latency, request rate) natively for all APM environments — no provisioning needed.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Built on Top of APM AutoDetect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3931920" cy="35204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3931920" cy="54864"/>
          </a:xfrm>
          <a:prstGeom prst="rect">
            <a:avLst/>
          </a:prstGeom>
          <a:solidFill>
            <a:srgbClr val="CC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7" y="1033271"/>
            <a:ext cx="3703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DDEE"/>
                </a:solidFill>
                <a:latin typeface="Calibri"/>
              </a:rPr>
              <a:t>Splunk APM AutoDetect  (always on, built-in)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7" y="1508760"/>
            <a:ext cx="3703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Error rate spike per service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p99 latency drift per service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•  Request rate anomaly on ingress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Fires automatically for every APM environment.</a:t>
            </a:r>
          </a:p>
          <a:p>
            <a:pPr algn="l"/>
            <a:r>
              <a:rPr sz="1200" b="0">
                <a:solidFill>
                  <a:srgbClr val="BBCCDD"/>
                </a:solidFill>
                <a:latin typeface="Calibri"/>
              </a:rPr>
              <a:t>  No provisioning, no configuration required.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960120"/>
            <a:ext cx="4343400" cy="35204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60" y="960120"/>
            <a:ext cx="434340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033271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Behavioral Anomaly Detection adds on 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50876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Structural trace path drift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Service missing from traces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New error signature, first occurrence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Cross-tier correlation (Tier 1 + 2 + 3)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Deployment-aware severity downgrade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Auto-promotion of new patterns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Self-healing baseline after incidents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  •  Claude-generated triage + runbook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Key 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208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Zero Configuration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No alert rules, no thresholds, no YAML.
The framework learns normal from live traffic
and is ready in one command.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7832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27832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First-Occurrence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Fires the moment a new error signature or
new trace path appears — before any baseline
rate exists to threshold against.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44184" y="960120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44184" y="96012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3912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Claude-Powered Triage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912" y="1463040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AWS Bedrock (Claude) synthesizes all signals
into a plain-English verdict: severity, root cause,
affected services, recommended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Deployment-Aware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Integrates with CI/CD via a one-line hook.
Anomalies within 60 min of a deploy are
auto-annotated and severity-downgraded.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27832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27832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Auto-Onboarding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Runs every 30 min via cron. New environments
are discovered, baselined, and fully operational
with no human intervention.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44184" y="2953512"/>
            <a:ext cx="2651760" cy="182880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44184" y="2953512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53912" y="30449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Self-Healing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3912" y="3456432"/>
            <a:ext cx="24688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New patterns after deploys auto-promote after
2 clean runs. Baselines re-learn autonomously
after an incident resolves.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Demo Environment: Spring PetClinic on Kubernetes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DEE"/>
                </a:solidFill>
                <a:latin typeface="Calibri"/>
              </a:rPr>
              <a:t>All demos run against a live Spring PetClinic deployment on k3d (k8s). Splunk OTel Java agent auto-instruments every service.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371600"/>
            <a:ext cx="1828800" cy="512064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371600"/>
            <a:ext cx="1828800" cy="45720"/>
          </a:xfrm>
          <a:prstGeom prst="rect">
            <a:avLst/>
          </a:prstGeom>
          <a:solidFill>
            <a:srgbClr val="CC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4356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config-server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664208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C4D8"/>
                </a:solidFill>
                <a:latin typeface="Calibri"/>
              </a:rPr>
              <a:t>Spring Cloud Config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371600"/>
            <a:ext cx="1828800" cy="512064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0" y="1371600"/>
            <a:ext cx="1828800" cy="45720"/>
          </a:xfrm>
          <a:prstGeom prst="rect">
            <a:avLst/>
          </a:prstGeom>
          <a:solidFill>
            <a:srgbClr val="CC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14356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discovery-server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1664208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C4D8"/>
                </a:solidFill>
                <a:latin typeface="Calibri"/>
              </a:rPr>
              <a:t>Eureka Service Registry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371600"/>
            <a:ext cx="1828800" cy="512064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1371600"/>
            <a:ext cx="1828800" cy="45720"/>
          </a:xfrm>
          <a:prstGeom prst="rect">
            <a:avLst/>
          </a:prstGeom>
          <a:solidFill>
            <a:srgbClr val="CC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14356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admin-server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664208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C4D8"/>
                </a:solidFill>
                <a:latin typeface="Calibri"/>
              </a:rPr>
              <a:t>Spring Boot Admin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29000" y="2057400"/>
            <a:ext cx="1828800" cy="512064"/>
          </a:xfrm>
          <a:prstGeom prst="rect">
            <a:avLst/>
          </a:prstGeom>
          <a:solidFill>
            <a:srgbClr val="1A5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29000" y="2057400"/>
            <a:ext cx="18288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0440" y="21214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api-gateway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350008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C4D8"/>
                </a:solidFill>
                <a:latin typeface="Calibri"/>
              </a:rPr>
              <a:t>Public ingress / load balancer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2743200"/>
            <a:ext cx="1828800" cy="512064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97280" y="2743200"/>
            <a:ext cx="18288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28072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customers-service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3035808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C4D8"/>
                </a:solidFill>
                <a:latin typeface="Calibri"/>
              </a:rPr>
              <a:t>Owner + pet profiles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29000" y="2743200"/>
            <a:ext cx="1828800" cy="512064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29000" y="2743200"/>
            <a:ext cx="18288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20440" y="28072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vets-service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035808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C4D8"/>
                </a:solidFill>
                <a:latin typeface="Calibri"/>
              </a:rPr>
              <a:t>Veterinarian catalog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60720" y="2743200"/>
            <a:ext cx="1828800" cy="512064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760720" y="2743200"/>
            <a:ext cx="1828800" cy="45720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160" y="28072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visits-service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3035808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C4D8"/>
                </a:solidFill>
                <a:latin typeface="Calibri"/>
              </a:rPr>
              <a:t>Appointment records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29000" y="3429000"/>
            <a:ext cx="1828800" cy="512064"/>
          </a:xfrm>
          <a:prstGeom prst="rect">
            <a:avLst/>
          </a:prstGeom>
          <a:solidFill>
            <a:srgbClr val="5C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29000" y="3429000"/>
            <a:ext cx="1828800" cy="45720"/>
          </a:xfrm>
          <a:prstGeom prst="rect">
            <a:avLst/>
          </a:prstGeom>
          <a:solidFill>
            <a:srgbClr val="FF6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20440" y="34930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petclinic-db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21608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C4D8"/>
                </a:solidFill>
                <a:latin typeface="Calibri"/>
              </a:rPr>
              <a:t>MySQL (shared data store)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1901952"/>
            <a:ext cx="182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99BB"/>
                </a:solidFill>
                <a:latin typeface="Calibri"/>
              </a:rP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43400" y="2587752"/>
            <a:ext cx="182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99BB"/>
                </a:solidFill>
                <a:latin typeface="Calibri"/>
              </a:rPr>
              <a:t>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65960" y="3273552"/>
            <a:ext cx="182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99BB"/>
                </a:solidFill>
                <a:latin typeface="Calibri"/>
              </a:rPr>
              <a:t>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43400" y="3273552"/>
            <a:ext cx="182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99BB"/>
                </a:solidFill>
                <a:latin typeface="Calibri"/>
              </a:rPr>
              <a:t>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3273552"/>
            <a:ext cx="182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99BB"/>
                </a:solidFill>
                <a:latin typeface="Calibri"/>
              </a:rPr>
              <a:t>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407408"/>
            <a:ext cx="8412480" cy="38404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7" y="4425696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Loadgen hits api-gateway every ~5 s  ·  OTel Java agent on all services  ·  Traces + metrics flow to Splunk Observability (env: petclinicmbtest)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BCEB"/>
                </a:solidFill>
                <a:latin typeface="Calibri"/>
              </a:rPr>
              <a:t>What We'll Demo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69264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" y="101498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01498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Steady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014984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Framework in normal operation — baselines learned, cron running, zero anomalies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150418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50418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DB Outage → New Error Signatures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504188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Database goes down. New CannotCreateTransactionException fires on first occurrence. Claude: INCIDENT, PAGE_ONCALL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947672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199339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199339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Bad Deploy → First-Occurrence Error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993392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visits-service crashes on startup. First request to the dead service triggers detection. No threshold exceeded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2482596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48259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Missing Service → AI Triage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2482596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vets-service killed. Framework detects structural absence from traces. Claude produces root cause + action in 3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926080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971800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97180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All-Tier Correlation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2971800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Both vets-service and DB down simultaneously. AutoDetect + trace drift + error signatures → [Critical] MULTI_TIER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" y="3461004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46100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Deploy-Correlated Severity Downgrade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3461004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Bad deploy announced via CI/CD hook. correlate.py finds the deployment event and downgrades Major → Minor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904488"/>
            <a:ext cx="8412480" cy="461772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" y="3950208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95020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Self-Healing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3950208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New call path auto-promoted after 2 clean watch runs. Baseline healer scores windows and re-learns autonomously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443941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CEB"/>
                </a:solidFill>
                <a:latin typeface="Calibri"/>
              </a:rPr>
              <a:t>Demo 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43941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Auto-Onboarding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4439412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CCDD"/>
                </a:solidFill>
                <a:latin typeface="Calibri"/>
              </a:rPr>
              <a:t>New environment discovered. Baselines built, dashboard created, cron scheduled, runbook generated — in 60 seconds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645152"/>
            <a:ext cx="84124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7" y="466344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CC44"/>
                </a:solidFill>
                <a:latin typeface="Calibri"/>
              </a:rPr>
              <a:t>⚠  Demo note: detections write to alerts.log + Splunk custom events.  Production target: full Splunk UI surfacing + Splunk On-Call / Slack notifications.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00BCEB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7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BCEB"/>
                </a:solidFill>
                <a:latin typeface="Calibri"/>
              </a:rPr>
              <a:t>Product Proposal: Make This Native to Splunk Observability 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8412480" cy="36576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CDDEE"/>
                </a:solidFill>
                <a:latin typeface="Calibri"/>
              </a:rPr>
              <a:t>The proof of concept is working in production today. The ask: productize this as a native platform capability.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25880"/>
            <a:ext cx="2651760" cy="315468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21208" y="1417320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399032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399032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Native Platform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" y="1856232"/>
            <a:ext cx="245059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Calibri"/>
              </a:rPr>
              <a:t>Behavioral baseline learning built into
APM onboarding — a toggle, not a script.
  •  Detections surface alongside AutoDetect
       alerts in the Splunk UI
  •  Same notification routing (Splunk On-Call,
       Slack, webhook)
  •  Same muting, SLO wiring, and RBAC
  •  No external scripts or cron jobs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7832" y="1325880"/>
            <a:ext cx="2651760" cy="315468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27832" y="132588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417320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399032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1399032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AI Triage as a Product Feature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856232"/>
            <a:ext cx="245059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Calibri"/>
              </a:rPr>
              <a:t>Claude-generated verdict becomes the
'Explain this alert' experience.
  •  Every INCIDENT gets a triage summary
       attached automatically
  •  Root cause + affected services +
       recommended action in plain English
  •  Generated runbook linked from the
       alert detail 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44184" y="1325880"/>
            <a:ext cx="2651760" cy="315468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44184" y="1325880"/>
            <a:ext cx="2651760" cy="54864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3912" y="1417320"/>
            <a:ext cx="292608" cy="292608"/>
          </a:xfrm>
          <a:prstGeom prst="rect">
            <a:avLst/>
          </a:prstGeom>
          <a:solidFill>
            <a:srgbClr val="00BC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3912" y="1399032"/>
            <a:ext cx="29260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D274D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1399032"/>
            <a:ext cx="2057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BCEB"/>
                </a:solidFill>
                <a:latin typeface="Calibri"/>
              </a:rPr>
              <a:t>Platform Differentiation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1856232"/>
            <a:ext cx="245059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Calibri"/>
              </a:rPr>
              <a:t>AutoDetect covers the metric layer.
Every vendor covers the metric layer.
  •  Structural + behavioral detection catches
       failures that leave no metric fingerprint
  •  First-occurrence detection — no threshold
       to tune, fires on first event
  •  Self-healing baseline — zero ops overhead
  •  Defensible, differentiated capability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553712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C4D8"/>
                </a:solidFill>
                <a:latin typeface="Calibri"/>
              </a:rPr>
              <a:t>Questions?  —  Marc Bui  |  Splunk Observability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8554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AAC4D8"/>
                </a:solidFill>
                <a:latin typeface="Calibri"/>
              </a:rPr>
              <a:t>© 2025 Cisco and/or its affiliates. All rights reserved.   Cisco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