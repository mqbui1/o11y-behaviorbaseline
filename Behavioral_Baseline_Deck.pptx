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BCEB"/>
                </a:solidFill>
                <a:latin typeface="Calibri"/>
              </a:rPr>
              <a:t>Behavioral Anomaly Detection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AI-Powered Behavioral Anomaly Detection for Splunk Observability APM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C4D8"/>
                </a:solidFill>
                <a:latin typeface="Calibri"/>
              </a:rPr>
              <a:t>Marc Bui  |  Splunk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C4D8"/>
                </a:solidFill>
                <a:latin typeface="Calibri"/>
              </a:rPr>
              <a:t>© 2025 Cisco and/or its affiliates. All rights reserved.   Cisco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EB"/>
                </a:solidFill>
                <a:latin typeface="Calibri"/>
              </a:rPr>
              <a:t>The Gap in Standard Alerting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841248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APM AutoDetect covers error rate, latency, and request rate. But some failures leave no metric fingerprint.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965960" cy="256032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9659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5361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Service Disappears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993392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 service that always appeared in traces
suddenly vanishes — no error rate increase,
no latency spike. Pure structural silence.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168" y="1417320"/>
            <a:ext cx="1965960" cy="256032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1417320"/>
            <a:ext cx="19659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5361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New Error Signature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1993392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 brand new exception type fires for the
first time. Threshold-based alerting requires
a baseline rate — there is none.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62856" y="1417320"/>
            <a:ext cx="1965960" cy="256032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62856" y="1417320"/>
            <a:ext cx="19659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15361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Call Path 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1993392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 request now flows through a new service
it never touched before. Could be a mis-deploy
or a new dependency silently added.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38544" y="1417320"/>
            <a:ext cx="1965960" cy="256032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38544" y="1417320"/>
            <a:ext cx="19659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5361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DB Caller Goes Silent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1993392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 service that always called the database
stops doing so. No error, no latency —
just behavioral silence.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C4D8"/>
                </a:solidFill>
                <a:latin typeface="Calibri"/>
              </a:rPr>
              <a:t>© 2025 Cisco and/or its affiliates. All rights reserved.   Cisco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EB"/>
                </a:solidFill>
                <a:latin typeface="Calibri"/>
              </a:rPr>
              <a:t>Detection Tier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841248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Calibri"/>
              </a:rPr>
              <a:t>Every anomaly event is tagged with the tier that fired it. When two or more tiers fire on the same service, correlate.py emits a single high-confidence correlated event.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920240" cy="29718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1920240" cy="54864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63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57799"/>
                </a:solidFill>
                <a:latin typeface="Calibri"/>
              </a:rPr>
              <a:t>Tier 1b / 3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828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4D8"/>
                </a:solidFill>
                <a:latin typeface="Calibri"/>
              </a:rPr>
              <a:t>APM AutoDetect
(built-in, always 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12848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  <a:latin typeface="Calibri"/>
              </a:rPr>
              <a:t>Error rate spike
p99 latency drift
Request rate anomaly
Fires on metrics.
No config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265176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EB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6312" y="1371600"/>
            <a:ext cx="1920240" cy="29718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96312" y="1371600"/>
            <a:ext cx="192024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463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Tier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828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4D8"/>
                </a:solidFill>
                <a:latin typeface="Calibri"/>
              </a:rPr>
              <a:t>Trace Path Drift
(trace_fingerprint.py)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212848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MISSING_SERVICE
  → expected service absent from traces
NEW_FINGERPRINT
  → unknown call path appeared
Span count spike
  → unexpected extra hops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5176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EB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1144" y="1371600"/>
            <a:ext cx="1920240" cy="29718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81144" y="1371600"/>
            <a:ext cx="192024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1463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Tier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1828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4D8"/>
                </a:solidFill>
                <a:latin typeface="Calibri"/>
              </a:rPr>
              <a:t>Error Signature Drift
(error_fingerprint.py)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2212848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NEW_ERROR_SIGNATURE
  → first-ever occurrence of
     a new exception type
SIGNATURE_VANISHED
  → known error pattern gone
     (service may be silent)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65176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EB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5976" y="1371600"/>
            <a:ext cx="1920240" cy="29718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65976" y="1371600"/>
            <a:ext cx="192024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75704" y="1463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  <a:latin typeface="Calibri"/>
              </a:rPr>
              <a:t>Correlation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1828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4D8"/>
                </a:solidFill>
                <a:latin typeface="Calibri"/>
              </a:rPr>
              <a:t>Cross-Tier Join
(correlate.py)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704" y="2212848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TIER2_TIER3
  → trace + error both fired
     on same service
     = high-confidence incident
Downgrades if a recent
deployment event matches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462272"/>
            <a:ext cx="841248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48056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44"/>
                </a:solidFill>
                <a:latin typeface="Calibri"/>
              </a:rPr>
              <a:t>Demo 4:  vets-service + DB down  →  Tier 2 fires MISSING_SERVICE  +  Tier 3 fires NEW_ERROR_SIGNATURE  →  correlate.py emits  [Major] TIER2_TIER3  on customers-service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C4D8"/>
                </a:solidFill>
                <a:latin typeface="Calibri"/>
              </a:rPr>
              <a:t>© 2025 Cisco and/or its affiliates. All rights reserved.   Cisco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EB"/>
                </a:solidFill>
                <a:latin typeface="Calibri"/>
              </a:rPr>
              <a:t>What the Behavioral Anomaly Detection Framework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841248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  <a:latin typeface="Calibri"/>
              </a:rPr>
              <a:t>Augments Splunk APM AutoDetect with a structural/behavioral detection layer. No YAML. No alert rules. No thresholds to configure.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977639" cy="324612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977639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508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What it learns (once, from live traffic)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938528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Every known service-to-service call path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Every known error signature per service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Normal span count ranges per path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Which services always appear in which traces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4297680" cy="324612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417320"/>
            <a:ext cx="429768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50876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What it detects (every 5 minutes, autonomously)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38528"/>
            <a:ext cx="4069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Service missing from traces (MISSING_SERVICE)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Unknown call path appeared (NEW_FINGERPRINT)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Brand new error type, first occurrence fires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2+ tiers on same service → correlated alert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Anomaly correlated to a recent deploy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Baseline self-heals after an incident resolves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C4D8"/>
                </a:solidFill>
                <a:latin typeface="Calibri"/>
              </a:rPr>
              <a:t>© 2025 Cisco and/or its affiliates. All rights reserved.   Cisco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EB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841248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1920240" cy="3200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192024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1. 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783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Samples live traces
Builds structural
fingerprints and
error signature
baselines from
real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237744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EB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6312" y="1005840"/>
            <a:ext cx="1920240" cy="3200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96312" y="1005840"/>
            <a:ext cx="192024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1078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2. Watch
(every 5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1645920"/>
            <a:ext cx="1783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Compares new traces
against baseline
Emits custom events
to Splunk on any
deviation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7744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EB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81144" y="1005840"/>
            <a:ext cx="1920240" cy="3200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81144" y="1005840"/>
            <a:ext cx="192024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4" y="1078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3. Correlate
(every 5 min)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1645920"/>
            <a:ext cx="1783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Joins Tier 2 + Tier 3
events by service
Annotates with
deployment context
Downgrades severity
if deploy-correlated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7744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EB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5976" y="1005840"/>
            <a:ext cx="1920240" cy="32004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5976" y="1005840"/>
            <a:ext cx="192024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7416" y="1078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4. Agent
(on demand)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416" y="1645920"/>
            <a:ext cx="1783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Claude (AWS Bedrock)
reads all signals
Reasons holistically
Outputs: severity,
root cause,
recommended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31596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BBCC"/>
                </a:solidFill>
                <a:latin typeface="Calibri"/>
              </a:rPr>
              <a:t>Splunk APM AutoDetect covers Tier 1b/3/4 (error rate, latency, request rate) natively for all APM environments — no provisioning needed.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C4D8"/>
                </a:solidFill>
                <a:latin typeface="Calibri"/>
              </a:rPr>
              <a:t>© 2025 Cisco and/or its affiliates. All rights reserved.   Cisco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EB"/>
                </a:solidFill>
                <a:latin typeface="Calibri"/>
              </a:rPr>
              <a:t>Built on Top of APM AutoDetect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841248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3931920" cy="352044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3931920" cy="5486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1033271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DDEE"/>
                </a:solidFill>
                <a:latin typeface="Calibri"/>
              </a:rPr>
              <a:t>Splunk APM AutoDetect  (always on, built-in)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508760"/>
            <a:ext cx="3703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DD"/>
                </a:solidFill>
                <a:latin typeface="Calibri"/>
              </a:rPr>
              <a:t>  •  Error rate spike per service</a:t>
            </a:r>
          </a:p>
          <a:p>
            <a:pPr algn="l"/>
            <a:r>
              <a:rPr sz="1200" b="0">
                <a:solidFill>
                  <a:srgbClr val="BBCCDD"/>
                </a:solidFill>
                <a:latin typeface="Calibri"/>
              </a:rPr>
              <a:t>  •  p99 latency drift per service</a:t>
            </a:r>
          </a:p>
          <a:p>
            <a:pPr algn="l"/>
            <a:r>
              <a:rPr sz="1200" b="0">
                <a:solidFill>
                  <a:srgbClr val="BBCCDD"/>
                </a:solidFill>
                <a:latin typeface="Calibri"/>
              </a:rPr>
              <a:t>  •  Request rate anomaly on ingress</a:t>
            </a:r>
          </a:p>
          <a:p>
            <a:pPr algn="l"/>
            <a:r>
              <a:rPr sz="1200" b="0">
                <a:solidFill>
                  <a:srgbClr val="BBCCDD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BBCCDD"/>
                </a:solidFill>
                <a:latin typeface="Calibri"/>
              </a:rPr>
              <a:t>  Fires automatically for every APM environment.</a:t>
            </a:r>
          </a:p>
          <a:p>
            <a:pPr algn="l"/>
            <a:r>
              <a:rPr sz="1200" b="0">
                <a:solidFill>
                  <a:srgbClr val="BBCCDD"/>
                </a:solidFill>
                <a:latin typeface="Calibri"/>
              </a:rPr>
              <a:t>  No provisioning, no configuration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960120"/>
            <a:ext cx="4343400" cy="352044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960120"/>
            <a:ext cx="434340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03327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Behavioral Anomaly Detection adds on 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5087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Structural trace path drift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Service missing from traces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New error signature, first occurrence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Cross-tier correlation (Tier 2 + 3)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Deployment-aware severity downgrade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Auto-promotion of new patterns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Self-healing baseline after incidents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Claude-generated triage + runbook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C4D8"/>
                </a:solidFill>
                <a:latin typeface="Calibri"/>
              </a:rPr>
              <a:t>© 2025 Cisco and/or its affiliates. All rights reserved.   Cisco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EB"/>
                </a:solidFill>
                <a:latin typeface="Calibri"/>
              </a:rPr>
              <a:t>Key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841248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2651760" cy="18288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051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Zero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463040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No alert rules, no thresholds, no YAML.
The framework learns normal from live traffic
and is ready in one command.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960120"/>
            <a:ext cx="2651760" cy="18288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27832" y="960120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051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First-Occurrence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463040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Fires the moment a new error signature or
new trace path appears — before any baseline
rate exists to threshold against.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44184" y="960120"/>
            <a:ext cx="2651760" cy="18288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4184" y="960120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051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Claude-Powered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463040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AWS Bedrock (Claude) synthesizes all signals
into a plain-English verdict: severity, root cause,
affected services, recommended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53512"/>
            <a:ext cx="2651760" cy="18288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953512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3044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Deployment-Aware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456432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Integrates with CI/CD via a one-line hook.
Anomalies within 60 min of a deploy are
auto-annotated and severity-downgraded.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27832" y="2953512"/>
            <a:ext cx="2651760" cy="18288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27832" y="2953512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044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Auto-Onboarding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456432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Runs every 30 min via cron. New environments
are discovered, baselined, and fully operational
with no human intervention.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44184" y="2953512"/>
            <a:ext cx="2651760" cy="182880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44184" y="2953512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3044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Self-Healing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3456432"/>
            <a:ext cx="2468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New patterns after deploys auto-promote after
2 clean runs. Baselines re-learn autonomously
after an incident resolves.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C4D8"/>
                </a:solidFill>
                <a:latin typeface="Calibri"/>
              </a:rPr>
              <a:t>© 2025 Cisco and/or its affiliates. All rights reserved.   Cisco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EB"/>
                </a:solidFill>
                <a:latin typeface="Calibri"/>
              </a:rPr>
              <a:t>What We'll Demo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841248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9264"/>
            <a:ext cx="8412480" cy="461772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01498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EB"/>
                </a:solidFill>
                <a:latin typeface="Calibri"/>
              </a:rPr>
              <a:t>Demo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149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Steady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014984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Framework in normal operation — baselines learned, cron running, zero anomalies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0418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EB"/>
                </a:solidFill>
                <a:latin typeface="Calibri"/>
              </a:rPr>
              <a:t>Demo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041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DB Outage → New Error Signatures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504188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Database goes down. New CannotCreateTransactionException fires on first occurrence. Claude: INCIDENT, PAGE_ONCALL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47672"/>
            <a:ext cx="8412480" cy="461772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993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EB"/>
                </a:solidFill>
                <a:latin typeface="Calibri"/>
              </a:rPr>
              <a:t>Demo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933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Bad Deploy → First-Occurrence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993392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visits-service crashes on startup. First request to the dead service triggers detection. No threshold exceeded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4825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EB"/>
                </a:solidFill>
                <a:latin typeface="Calibri"/>
              </a:rPr>
              <a:t>Demo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4825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Missing Service → AI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482596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vets-service killed. Framework detects structural absence from traces. Claude produces root cause + action in 3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26080"/>
            <a:ext cx="8412480" cy="461772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9718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EB"/>
                </a:solidFill>
                <a:latin typeface="Calibri"/>
              </a:rPr>
              <a:t>Demo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971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Dual-Tier Correlation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971800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Both vets-service and DB down simultaneously. 9 individual signals collapsed into 1 TIER2_TIER3 correlated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346100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EB"/>
                </a:solidFill>
                <a:latin typeface="Calibri"/>
              </a:rPr>
              <a:t>Demo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4610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Deploy-Correlated Severity Downgrade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461004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Bad deploy announced via CI/CD hook. correlate.py finds the deployment event and downgrades Major → Minor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904488"/>
            <a:ext cx="8412480" cy="461772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395020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EB"/>
                </a:solidFill>
                <a:latin typeface="Calibri"/>
              </a:rPr>
              <a:t>Demo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9502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Self-Healing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950208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New call path auto-promoted after 2 clean watch runs. Baseline healer scores windows and re-learns autonomously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44394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EB"/>
                </a:solidFill>
                <a:latin typeface="Calibri"/>
              </a:rPr>
              <a:t>Demo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4394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Auto-Onboarding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439412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New environment discovered. Baselines built, dashboard created, cron scheduled, runbook generated — in 60 seconds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645152"/>
            <a:ext cx="841248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" y="466344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44"/>
                </a:solidFill>
                <a:latin typeface="Calibri"/>
              </a:rPr>
              <a:t>⚠  Demo note: detections write to alerts.log + Splunk custom events.  Production target: full Splunk UI surfacing + PagerDuty / Slack notifications.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C4D8"/>
                </a:solidFill>
                <a:latin typeface="Calibri"/>
              </a:rPr>
              <a:t>© 2025 Cisco and/or its affiliates. All rights reserved.   Cisco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514807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0BCEB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C4D8"/>
                </a:solidFill>
                <a:latin typeface="Calibri"/>
              </a:rPr>
              <a:t>© 2025 Cisco and/or its affiliates. All rights reserved.   Cisco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EB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8412480" cy="36576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2651760" cy="329184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8" y="1069848"/>
            <a:ext cx="292608" cy="2926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05156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74D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05156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Pilot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508760"/>
            <a:ext cx="245059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Identify one production APM environment
to run the framework against.
Onboarding takes &lt; 5 minutes.
Baseline learns from live traffic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960120"/>
            <a:ext cx="2651760" cy="329184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960120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069848"/>
            <a:ext cx="292608" cy="2926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05156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74D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05156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UI +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508760"/>
            <a:ext cx="245059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Today: detections log to alerts.log + Splunk
custom events (visible on dashboard).
Production target:
  •  All alerts surfaced in Splunk UI
  •  PagerDuty / Slack / webhook on INCIDENT
  •  Triage summary attached to the alert
  •  One-click runbook from the alert detail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44184" y="960120"/>
            <a:ext cx="2651760" cy="3291840"/>
          </a:xfrm>
          <a:prstGeom prst="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44184" y="960120"/>
            <a:ext cx="2651760" cy="54864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069848"/>
            <a:ext cx="292608" cy="292608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105156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74D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105156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EB"/>
                </a:solidFill>
                <a:latin typeface="Calibri"/>
              </a:rPr>
              <a:t>Expand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1508760"/>
            <a:ext cx="245059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Once baseline is stable (1–2 days):
  •  Run onboard --auto on all environments
  •  Add CI/CD deployment hook
  •  Enable dedup agent to suppress floods
  •  Add SLO impact estimator to runbook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370832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4D8"/>
                </a:solidFill>
                <a:latin typeface="Calibri"/>
              </a:rPr>
              <a:t>Questions?  —  Marc Bui  |  Splunk 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8554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AAC4D8"/>
                </a:solidFill>
                <a:latin typeface="Calibri"/>
              </a:rPr>
              <a:t>© 2025 Cisco and/or its affiliates. All rights reserved.   Cisco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